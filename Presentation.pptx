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ppt/media/media1.webm" ContentType="video/webm"/>
  <Override PartName="/ppt/media/image2.png" ContentType="image/pn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DD7E8F-C6DF-4915-975F-BD65D07F81F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6B49D6-25EF-400B-8CEF-9D8C077CBFD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29EB79-5389-4F4E-85D4-A3A2187A3D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 flipH="1" flipV="1">
            <a:off x="0" y="4500000"/>
            <a:ext cx="10080000" cy="11700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dd4100"/>
                </a:solidFill>
                <a:latin typeface="Arial"/>
              </a:rPr>
              <a:t>Click to edit the title text format</a:t>
            </a:r>
            <a:endParaRPr b="0" lang="en-US" sz="3300" spc="-1" strike="noStrike">
              <a:solidFill>
                <a:srgbClr val="dd41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6219"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9bdd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9bdd"/>
              </a:solidFill>
              <a:latin typeface="Arial"/>
            </a:endParaRPr>
          </a:p>
          <a:p>
            <a:pPr lvl="2" marL="1296000" indent="-288000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9bdd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9bdd"/>
              </a:solidFill>
              <a:latin typeface="Arial"/>
            </a:endParaRPr>
          </a:p>
          <a:p>
            <a:pPr lvl="3" marL="1728000" indent="-216000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4" marL="2160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5" marL="2592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6" marL="3024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66E2C4D8-E4B9-4D9E-93E2-75424B98F7D7}" type="slidenum">
              <a:rPr b="0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/>
        </p:nvSpPr>
        <p:spPr>
          <a:xfrm>
            <a:off x="0" y="0"/>
            <a:ext cx="10076760" cy="7200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3240" y="5040000"/>
            <a:ext cx="10076760" cy="6314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9bdd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9bdd"/>
              </a:solidFill>
              <a:latin typeface="Arial"/>
            </a:endParaRPr>
          </a:p>
          <a:p>
            <a:pPr lvl="2" marL="1296000" indent="-288000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9bdd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9bdd"/>
              </a:solidFill>
              <a:latin typeface="Arial"/>
            </a:endParaRPr>
          </a:p>
          <a:p>
            <a:pPr lvl="3" marL="1728000" indent="-216000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4" marL="2160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5" marL="2592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6" marL="3024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B45F03CB-76D3-4425-B374-785298BAEF76}" type="slidenum">
              <a:rPr b="0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video" Target="../media/media1.webm"/><Relationship Id="rId2" Type="http://schemas.microsoft.com/office/2007/relationships/media" Target="../media/media1.webm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228600" y="9774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dd4100"/>
                </a:solidFill>
                <a:latin typeface="Arial"/>
              </a:rPr>
              <a:t>Weather App</a:t>
            </a:r>
            <a:endParaRPr b="0" lang="en-US" sz="3300" spc="-1" strike="noStrike">
              <a:solidFill>
                <a:srgbClr val="dd4100"/>
              </a:solidFill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1143000" y="2514600"/>
            <a:ext cx="2861280" cy="1370160"/>
          </a:xfrm>
          <a:prstGeom prst="rect">
            <a:avLst/>
          </a:prstGeom>
          <a:noFill/>
          <a:ln w="1800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Gavin Murphy: x22776759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Ahmed: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Derek: x23527293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TK: x24512653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Weather App Overview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Mobile &amp; desktop Application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Provides platform for normal and meteorological weather reports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Reports are tailored to the end users needs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0">
              <a:spcBef>
                <a:spcPts val="1060"/>
              </a:spcBef>
              <a:buNone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 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Caters for 3 different kinds of Users: 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- Normal User, Professional User, Business User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0">
              <a:spcBef>
                <a:spcPts val="1060"/>
              </a:spcBef>
              <a:buNone/>
            </a:pP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554A5B-B042-433E-9DEC-E5E371B218C2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Weather App Overview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Normal User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-Get notifications of current weather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-request up-to-date reports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Professional User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-get complex meteorologically accurate reports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-meteorological reports include statistics and graphs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1D655A-D1B8-4D3C-BF94-B191CBF69C5A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Weather App Overview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Business User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-Weather reports of a period of user defined time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0">
              <a:spcBef>
                <a:spcPts val="1060"/>
              </a:spcBef>
              <a:buNone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-Get Weather Trends 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0">
              <a:spcBef>
                <a:spcPts val="1060"/>
              </a:spcBef>
              <a:buNone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-Statistics of past,current and predicted weather forecast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0">
              <a:spcBef>
                <a:spcPts val="1060"/>
              </a:spcBef>
              <a:buNone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-tailored to a business needs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D99699-F6B2-47FA-B388-0BFB261A607D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Weather App Features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2286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Key Features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0">
              <a:spcBef>
                <a:spcPts val="1060"/>
              </a:spcBef>
              <a:buNone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-weather notifications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0">
              <a:spcBef>
                <a:spcPts val="1060"/>
              </a:spcBef>
              <a:buNone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-Account creation and sign up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0">
              <a:spcBef>
                <a:spcPts val="1060"/>
              </a:spcBef>
              <a:buNone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-Customisable profile section 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0">
              <a:spcBef>
                <a:spcPts val="1060"/>
              </a:spcBef>
              <a:buNone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-Daily weather reports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0">
              <a:spcBef>
                <a:spcPts val="1060"/>
              </a:spcBef>
              <a:buNone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-Statistics and trend rich reports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0">
              <a:spcBef>
                <a:spcPts val="1060"/>
              </a:spcBef>
              <a:buNone/>
            </a:pP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2D1110-6D30-4396-8C50-CE1CFF22113F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SCRUM Roles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SCRUM Master : Gavin Murphy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0">
              <a:spcBef>
                <a:spcPts val="1060"/>
              </a:spcBef>
              <a:buNone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-Aided in resolving issues within the team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Product Owner : Ahmed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0">
              <a:spcBef>
                <a:spcPts val="1060"/>
              </a:spcBef>
              <a:buNone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-Had the vision of the original idea for the project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Developers : Derek and T.K.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0">
              <a:spcBef>
                <a:spcPts val="1060"/>
              </a:spcBef>
              <a:buNone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-Developed product in line with sprint Goals on time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27014F-24B9-47C3-9625-98AC601A535A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SCRUM Methodology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228600" y="1600200"/>
            <a:ext cx="9360000" cy="314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lvl="8" marL="3888000" indent="0" algn="ctr">
              <a:spcBef>
                <a:spcPts val="210"/>
              </a:spcBef>
              <a:buNone/>
            </a:pPr>
            <a:endParaRPr b="0" lang="en-US" sz="22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Bi-weekly meetings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Brain storming and engagement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Talk about blockers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Development of sprint goals 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Mediation between product owner and development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Ensuring goals are reached on time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0">
              <a:spcBef>
                <a:spcPts val="1060"/>
              </a:spcBef>
              <a:buNone/>
            </a:pP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2286000" y="914400"/>
            <a:ext cx="5715000" cy="68580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210"/>
              </a:spcBef>
            </a:pPr>
            <a:r>
              <a:rPr b="0" lang="en-US" sz="2200" spc="-1" strike="noStrike">
                <a:solidFill>
                  <a:srgbClr val="009bdd"/>
                </a:solidFill>
                <a:latin typeface="Arial"/>
              </a:rPr>
              <a:t>How our SCRUM Process works</a:t>
            </a:r>
            <a:endParaRPr b="0" lang="en-US" sz="22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959695-D2B9-4B05-89C9-A4F8686F48E3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SCRUM Process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We hade a total of 4 sprints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We used Trello for sprint backlog/product backlog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We had difficulty agreeing on every topic in the SCRUM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Sprint goals weren’t met all the time(too many ideas, not enough time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Overall we had a positive experience using the SCRUM methodology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477681-F00A-42E5-B9D9-3345CC5DEEB5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60000" y="-48960"/>
            <a:ext cx="9360000" cy="9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Benefits &amp; Drawbacks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Flexibility – Rapidly change targets using sprint backlog without much planning work necessary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Robust – We achieved development goals in short times adding to the robustness of our product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Team effort – the regular SCRUM meetings helped us stay focused on on track to the sprint goals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Staying aligned – Because progress is visible in small steps we stay aligned to our main goal in steps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457200" y="685800"/>
            <a:ext cx="2057400" cy="39420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 u="sng">
                <a:solidFill>
                  <a:srgbClr val="009bdd"/>
                </a:solidFill>
                <a:uFillTx/>
                <a:latin typeface="Arial"/>
              </a:rPr>
              <a:t>Benefits</a:t>
            </a:r>
            <a:endParaRPr b="0" lang="en-US" sz="1800" spc="-1" strike="noStrike" u="sng">
              <a:solidFill>
                <a:srgbClr val="009bdd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099E55-AEB6-4266-89F6-3F37C7452D55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Benefits &amp; Drawbacks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Time dependent – The regular SCRUM meetings were difficult to manage with other commitments and often ran overtime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Requirement overload – we set to many sprint goals each meeting and were unable to commit to all goals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Redundant goals – failure to meet the low priority goals of our sprints meant we had to drop features in the end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Conflict – There was conflict on a number of topics which took time to resolve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457200" y="658080"/>
            <a:ext cx="1600200" cy="42192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 u="sng">
                <a:solidFill>
                  <a:srgbClr val="009bdd"/>
                </a:solidFill>
                <a:uFillTx/>
                <a:latin typeface="Arial"/>
              </a:rPr>
              <a:t>Drawbacks</a:t>
            </a:r>
            <a:endParaRPr b="0" lang="en-US" sz="1800" spc="-1" strike="noStrike" u="sng">
              <a:solidFill>
                <a:srgbClr val="009bdd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3DD469-B34A-4613-9157-06481AF98AC7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60000" y="-48960"/>
            <a:ext cx="9360000" cy="9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Problems Encountered</a:t>
            </a:r>
            <a:br>
              <a:rPr sz="3300"/>
            </a:b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When making the front end for the system we had problems with the sign in screen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There needed to be validation added to the password and email fields to make sure incorrect input and errors were addressed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This issue arose in the testing phase were we discovered emails were being valid that were entered according to the rules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We had a meeting to discus this blocker and the issue was addressed and we decided on a number of validation rules for the sign up screen 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6A96C8-A0AB-4157-8EFE-6B36E1DEA749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Problems Encountered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Another problem and major block for our team was disagreement about our Sprint goals at SCRUM meetings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The disagreements happened between developers and the product owner about features that needed to be added to the app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The developers were unable to deliver on all the features as they were too much and the scrum master had to mediate between the 2 groups until a resolution was found.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These disagreements set us back much as we lost time working on other sprint goals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298609B-EA76-4E89-8D7E-4968D66A2701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Conclusion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Our experience working together was positive and we learnt a lot about teamwork and mediation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We learnt a lot about the Agile methodology from our disagreements at the meetings and how they got resolved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We benefit from our opportunity to use the Agile methodology in a real world setting and gained experience into how development teams use it in industry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818709-0816-487A-96BB-142FDCEEFD6F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System Overview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360000" y="1143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The weather app delivers real-time weather updates, forecasts, and alerts to users, gathering data from external weather API and presenting it through a responsive interface. It’s designed for scalability, modularity, and maintainability using java technologies.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Key features: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Current Weather: real-time data(tempeture, humidity, windspeed, moisture)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Forecast: hourly and daily predictive data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Location Services: GPS or manual city search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Notifications: Weather warnings or severe condition alerts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0">
              <a:spcBef>
                <a:spcPts val="1060"/>
              </a:spcBef>
              <a:buNone/>
            </a:pP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2EC159-F9D6-4854-8C5C-1F9A9AA37E51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System Overview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Programming language – Java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Framework – Spring Boot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Database – MySQL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Build Tool – Maven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Frontend – Andriod SDK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Testing - JUnit5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228600" y="685800"/>
            <a:ext cx="2057400" cy="39420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Technology Stack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7E1DD2-67A3-4915-8EE5-61B67947B0AF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Demonstration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3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371600" y="936000"/>
            <a:ext cx="7772400" cy="38635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7DEEED-C7CC-461B-A02C-3A9C43093846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Github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Github repo - git@github.com:gavinmurphy09/weather_app.git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5D19A9-3600-471E-BD96-F9CBAAF7E005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Video Presentation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2C9754-BACF-4807-8BEF-E850FAF41356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Questions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839960" y="1080000"/>
            <a:ext cx="6400080" cy="3600000"/>
          </a:xfrm>
          <a:prstGeom prst="rect">
            <a:avLst/>
          </a:prstGeom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3CFA15-E6F9-490D-AB1C-2A43B18A4DCB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2026-03-26T16:01:27Z</dcterms:created>
  <dc:creator/>
  <dc:description/>
  <dc:language>en-US</dc:language>
  <cp:lastModifiedBy/>
  <dcterms:modified xsi:type="dcterms:W3CDTF">2026-03-27T01:11:48Z</dcterms:modified>
  <cp:revision>15</cp:revision>
  <dc:subject/>
  <dc:title>Blue Curve</dc:title>
</cp:coreProperties>
</file>